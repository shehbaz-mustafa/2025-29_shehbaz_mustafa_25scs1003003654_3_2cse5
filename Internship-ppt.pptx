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5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13.png"/><Relationship Id="rId10" Type="http://schemas.openxmlformats.org/officeDocument/2006/relationships/image" Target="../media/image5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5743426"/>
            <a:ext cx="10858500" cy="590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807047"/>
            <a:ext cx="114014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>
                <a:solidFill>
                  <a:srgbClr val="0A2540"/>
                </a:solidFill>
                <a:latin typeface="Montserrat ExtraBold"/>
              </a:rPr>
              <a:t>Modern Web Development &amp; Front-End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3862238"/>
            <a:ext cx="10858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 Medium"/>
              </a:rPr>
              <a:t>Building Responsive Interfaces, Interactive Applications &amp; UI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5981551"/>
            <a:ext cx="2571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Student Name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A2540"/>
                </a:solidFill>
                <a:latin typeface="Inter SemiBold"/>
              </a:rPr>
              <a:t>Shehbaz Mustafa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5981551"/>
            <a:ext cx="2571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Enrollment Number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A2540"/>
                </a:solidFill>
                <a:latin typeface="Inter SemiBold"/>
              </a:rPr>
              <a:t>25SCS1003003654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5981551"/>
            <a:ext cx="2571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Program &amp; Semester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A2540"/>
                </a:solidFill>
                <a:latin typeface="Inter SemiBold"/>
              </a:rPr>
              <a:t>B.Tech CSE / 3rd Sem (2CSE5)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0" y="5981551"/>
            <a:ext cx="257175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Organization Name</a:t>
            </a:r>
            <a:r>
              <a:rPr sz="1200" b="0" i="0" u="none">
                <a:solidFill>
                  <a:srgbClr val="0F172A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A2540"/>
                </a:solidFill>
                <a:latin typeface="Inter SemiBold"/>
              </a:rPr>
              <a:t>Cognifyz IT Solutions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523875"/>
            <a:ext cx="476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44062" y="614362"/>
            <a:ext cx="18811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1" i="0" u="none">
                <a:solidFill>
                  <a:srgbClr val="0A2540"/>
                </a:solidFill>
                <a:latin typeface="Inter"/>
              </a:rPr>
              <a:t>INTERNSHIP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4062" y="766762"/>
            <a:ext cx="188118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 u="none">
                <a:solidFill>
                  <a:srgbClr val="64748B"/>
                </a:solidFill>
                <a:latin typeface="Inter"/>
              </a:rPr>
              <a:t>Academic Session 2025–2026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552450"/>
            <a:ext cx="32766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A2540"/>
                </a:solidFill>
                <a:latin typeface="Montserrat ExtraBold"/>
              </a:rPr>
              <a:t>IILM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828675"/>
            <a:ext cx="3276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5381625" cy="5162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19200"/>
            <a:ext cx="5381625" cy="516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476250"/>
            <a:ext cx="112014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863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1466850"/>
            <a:ext cx="483060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A2540"/>
                </a:solidFill>
                <a:latin typeface="Montserrat"/>
              </a:rPr>
              <a:t>Internship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1838325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Completed a hands-on Web Development Internship at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Cognifyz IT Solutions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, applying modern front-end web development practices.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440185"/>
            <a:ext cx="488632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Focused on creating semantic HTML structures, implementing responsive CSS styling, and developing client-side interactive logic with JavaScript.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85827"/>
            <a:ext cx="48863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Successfully submitted all assigned project levels to the official GitHub repository, validating code quality and version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0850" y="1466850"/>
            <a:ext cx="4800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Montserrat"/>
              </a:rPr>
              <a:t>Key Highlights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485900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485900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3225" y="1838325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Role: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Web Developer Intern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200275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Host Organization: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Cognifyz IT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2562225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Primary Focus: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Front-End Development &amp; Responsive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3225" y="2924175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Code Repository: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GitHub Version Controlled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3286125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Academic Integration: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Applied 3rd Sem B.Tech CSE Coursework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185737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219325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581275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943225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30517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35559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19200"/>
            <a:ext cx="3555950" cy="1924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19200"/>
            <a:ext cx="3556099" cy="1924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600" y="476250"/>
            <a:ext cx="11161395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Objectives &amp; 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8637"/>
            <a:ext cx="3048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43827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2038350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HTML5 &amp; Markup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232410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Structuring semantic, accessible web pages using modern HTML elements, forms, and input elements.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7025" y="143827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7025" y="2038350"/>
            <a:ext cx="14401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CSS3 &amp; Layouts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025" y="232410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Styling web elements using Flexbox, CSS Grid, media queries, custom properties, and smooth transitions.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475" y="1438275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3475" y="2038350"/>
            <a:ext cx="168021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JavaScript &amp; 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3475" y="2324100"/>
            <a:ext cx="31179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Implementing client-side logic, form validation, event listeners, and dynamic DOM manipulation.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212" y="1562100"/>
            <a:ext cx="16192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4662" y="1562100"/>
            <a:ext cx="1619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1588" y="1562100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11049000" cy="2219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476250"/>
            <a:ext cx="112014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Project Tasks &amp;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8637"/>
            <a:ext cx="266700" cy="2667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1025" y="1228725"/>
          <a:ext cx="11029948" cy="220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0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Level &amp; Task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Module Title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Core Responsibilities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Montserrat SemiBold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Level 1 - Task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Basic Web Page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Built semantic HTML markup with structured text, headers, and images.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Level 1 - Task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Form Design &amp; Inline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Designed user forms with client-side input validation and feedback.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Level 2 - Task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Responsive CSS &amp; Grid Layout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Created multi-section responsive web page using Flexbox and Media Queries.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Level 2 - Task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Dynamic DOM &amp; Events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Integrated interactive JS buttons, event handlers, and real-time DOM updates.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1025" y="2100262"/>
            <a:ext cx="1483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64990" y="2100262"/>
            <a:ext cx="2483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48782" y="2100262"/>
            <a:ext cx="5820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68855" y="2100262"/>
            <a:ext cx="1242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2538412"/>
            <a:ext cx="1483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64990" y="2538412"/>
            <a:ext cx="2483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48782" y="2538412"/>
            <a:ext cx="5820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68855" y="2538412"/>
            <a:ext cx="1242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2976562"/>
            <a:ext cx="1483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64990" y="2976562"/>
            <a:ext cx="2483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48782" y="2976562"/>
            <a:ext cx="5820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368855" y="2976562"/>
            <a:ext cx="1242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3414712"/>
            <a:ext cx="1483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064990" y="3414712"/>
            <a:ext cx="2483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48782" y="3414712"/>
            <a:ext cx="5820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68855" y="3414712"/>
            <a:ext cx="12421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305" y="1790700"/>
            <a:ext cx="781050" cy="2190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0305" y="2228850"/>
            <a:ext cx="78105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0305" y="2667000"/>
            <a:ext cx="781050" cy="2190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0305" y="3105150"/>
            <a:ext cx="7810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2430660" cy="13960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1600200"/>
            <a:ext cx="2430660" cy="13960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1600200"/>
            <a:ext cx="2430660" cy="13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1600200"/>
            <a:ext cx="2430660" cy="1396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9175" y="476250"/>
            <a:ext cx="11131391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Development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8637"/>
            <a:ext cx="333375" cy="2667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950" y="2279153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0130" y="1343025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759" y="2019300"/>
            <a:ext cx="21321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276475"/>
            <a:ext cx="203061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64748B"/>
                </a:solidFill>
                <a:latin typeface="Inter"/>
              </a:rPr>
              <a:t>Markup Setup: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Building clean semantic HTML5 layouts and forms.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2810" y="1343025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93440" y="2019300"/>
            <a:ext cx="21321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4205" y="2276475"/>
            <a:ext cx="203061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64748B"/>
                </a:solidFill>
                <a:latin typeface="Inter"/>
              </a:rPr>
              <a:t>Styling &amp; Responsive: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Applying custom CSS, media queries, and Flexbox.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5491" y="1343025"/>
            <a:ext cx="533400" cy="533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66120" y="2019300"/>
            <a:ext cx="21321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885" y="2276475"/>
            <a:ext cx="203061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64748B"/>
                </a:solidFill>
                <a:latin typeface="Inter"/>
              </a:rPr>
              <a:t>Interactivity: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Scripting JS handlers, form checks, and DOM manipulation.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8171" y="1343025"/>
            <a:ext cx="533400" cy="533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38801" y="2019300"/>
            <a:ext cx="2132141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Montserrat"/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9566" y="2276475"/>
            <a:ext cx="203061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1" i="0" u="none">
                <a:solidFill>
                  <a:srgbClr val="64748B"/>
                </a:solidFill>
                <a:latin typeface="Inter"/>
              </a:rPr>
              <a:t>Version Control: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Pushing modular code to GitHub repository.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5867" y="1504950"/>
            <a:ext cx="161925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0448" y="1504950"/>
            <a:ext cx="23812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1703" y="1504950"/>
            <a:ext cx="18097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04859" y="1504950"/>
            <a:ext cx="2000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5381625" cy="5162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19200"/>
            <a:ext cx="5381625" cy="516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9175" y="476250"/>
            <a:ext cx="11131391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Technical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863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1466850"/>
            <a:ext cx="4780597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A2540"/>
                </a:solidFill>
                <a:latin typeface="Montserrat"/>
              </a:rPr>
              <a:t>Front-End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1466850"/>
            <a:ext cx="4780597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A2540"/>
                </a:solidFill>
                <a:latin typeface="Montserrat"/>
              </a:rPr>
              <a:t>JavaScript Execution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48590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50" y="18383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Semantic HTML: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Utilized proper header, nav, main, section, and footer elements for SEO and accessibility.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242887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Responsive Design: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Tested across multiple device viewports (Desktop, Tablet, Mobile) using fluid breakpoints.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0194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Clean Code: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Followed consistent naming conventions, indentation, and modular file organization.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48590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3225" y="18383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Event Listeners: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Implemented non-intrusive JavaScript handlers for dynamic user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2887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Input Validation: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Regular expressions (Regex) for validating emails, passwords, and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30194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State Management: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Dynamically updating DOM elements without requiring full page reloads.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85737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447925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303847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1857375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447925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03847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11049000" cy="516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476250"/>
            <a:ext cx="112014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Performance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8637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3771900"/>
            <a:ext cx="11049000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sz="975" b="0" i="1" u="none">
                <a:solidFill>
                  <a:srgbClr val="64748B"/>
                </a:solidFill>
                <a:latin typeface="Inter"/>
              </a:rPr>
              <a:t>* Measured using Lighthouse browser audits and W3C markup validation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5381625" cy="5162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19200"/>
            <a:ext cx="5381625" cy="516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476250"/>
            <a:ext cx="11201400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Challenges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863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900" y="1466850"/>
            <a:ext cx="4830603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BE123C"/>
                </a:solidFill>
                <a:latin typeface="Montserrat"/>
              </a:rPr>
              <a:t>Challenges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1466850"/>
            <a:ext cx="488061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15803D"/>
                </a:solidFill>
                <a:latin typeface="Montserrat"/>
              </a:rPr>
              <a:t>Solutions Applied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14859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850" y="18383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881337"/>
                </a:solidFill>
                <a:latin typeface="Inter"/>
              </a:rPr>
              <a:t>CSS Alignment:</a:t>
            </a:r>
            <a:r>
              <a:rPr sz="1125" b="0" i="0" u="none">
                <a:solidFill>
                  <a:srgbClr val="881337"/>
                </a:solidFill>
                <a:latin typeface="Inter"/>
              </a:rPr>
              <a:t> Managing vertical alignment and flex wrap issues on smaller mobile screens.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242887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881337"/>
                </a:solidFill>
                <a:latin typeface="Inter"/>
              </a:rPr>
              <a:t>Form Edge Cases:</a:t>
            </a:r>
            <a:r>
              <a:rPr sz="1125" b="0" i="0" u="none">
                <a:solidFill>
                  <a:srgbClr val="881337"/>
                </a:solidFill>
                <a:latin typeface="Inter"/>
              </a:rPr>
              <a:t> Preventing invalid form submissions prior to client-side validation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30194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881337"/>
                </a:solidFill>
                <a:latin typeface="Inter"/>
              </a:rPr>
              <a:t>Git Workflow:</a:t>
            </a:r>
            <a:r>
              <a:rPr sz="1125" b="0" i="0" u="none">
                <a:solidFill>
                  <a:srgbClr val="881337"/>
                </a:solidFill>
                <a:latin typeface="Inter"/>
              </a:rPr>
              <a:t> Conflict-free commit organization across different task folders.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485900"/>
            <a:ext cx="1428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3225" y="18383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Flexbox &amp; Box-Sizing: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Applied standard `box-sizing: border-box` and flexible media queries.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242887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JS Event PreventDefault: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Intercepted form submit events using `e.preventDefault()` for clean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3019425"/>
            <a:ext cx="4619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166534"/>
                </a:solidFill>
                <a:latin typeface="Inter"/>
              </a:rPr>
              <a:t>Structured Repo:</a:t>
            </a:r>
            <a:r>
              <a:rPr sz="1125" b="0" i="0" u="none">
                <a:solidFill>
                  <a:srgbClr val="166534"/>
                </a:solidFill>
                <a:latin typeface="Inter"/>
              </a:rPr>
              <a:t> Organized tasks into dedicated directories with clean commit messages.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857375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447925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3038475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1857375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447925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03847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19200"/>
            <a:ext cx="35559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219200"/>
            <a:ext cx="3555950" cy="1924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19200"/>
            <a:ext cx="3556099" cy="1924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9175" y="476250"/>
            <a:ext cx="11131391" cy="3905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Skills &amp; Learnings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9620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28637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43827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2038350"/>
            <a:ext cx="16902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Technical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232410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Strengthened core understanding of HTML5 tags, CSS Flexbox/Grid, and vanilla JavaScript DOM operations.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7025" y="143827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37025" y="2038350"/>
            <a:ext cx="19502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Git &amp; 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025" y="2324100"/>
            <a:ext cx="3117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Learned industry best practices for repository management, commits, and project hosting on GitHub.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3475" y="1438275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3475" y="2038350"/>
            <a:ext cx="1810226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Debugging &amp;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3475" y="2324100"/>
            <a:ext cx="31179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Enhanced problem-solving abilities using Chrome Developer Tools for element inspection and JS console debugging.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" y="1562100"/>
            <a:ext cx="2667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5137" y="1562100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1113" y="1562100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476250"/>
            <a:ext cx="540067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A2540"/>
                </a:solidFill>
                <a:latin typeface="Montserrat"/>
              </a:rPr>
              <a:t>Academic Integration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863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038225"/>
            <a:ext cx="5800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A2540"/>
                </a:solidFill>
                <a:latin typeface="Montserrat"/>
              </a:rPr>
              <a:t>Connecting B.Tech CSE Coursework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381125"/>
            <a:ext cx="55245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The 3rd Semester curriculum at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IILM University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provided a strong theoretical base that directly accelerated internship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02035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Web Technologies: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Applied foundational web design principles and DOM scripting concepts.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592585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Data Structures &amp; Logic: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Utilized structured algorithms for client-side form validation routines.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183135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334155"/>
                </a:solidFill>
                <a:latin typeface="Inter"/>
              </a:rPr>
              <a:t>Software Engineering: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Followed modular development standards and version control practices.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1085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11635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0218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943225"/>
            <a:ext cx="7315200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609975"/>
            <a:ext cx="7620000" cy="1083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5688" y="1821209"/>
            <a:ext cx="498062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0" i="0" u="none">
                <a:solidFill>
                  <a:srgbClr val="0A2540"/>
                </a:solidFill>
                <a:latin typeface="Montserrat ExtraBold"/>
              </a:rP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9112" y="2430809"/>
            <a:ext cx="35337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Thank you for your guidance and attention!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1025" y="4884390"/>
            <a:ext cx="3409950" cy="1524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Inter"/>
              </a:rPr>
              <a:t>Shehbaz Mustafa | Enrollment No: 25SCS1003003654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525" y="3086100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1025" y="4903440"/>
            <a:ext cx="12382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05075" y="3829050"/>
            <a:ext cx="3670458" cy="17145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Montserrat"/>
              </a:rPr>
              <a:t>IILM University Mentors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075" y="4038600"/>
            <a:ext cx="34956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 Medium"/>
              </a:rPr>
              <a:t>Faculty Guide &amp; Dept.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3829050"/>
            <a:ext cx="3670458" cy="17145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Montserrat"/>
              </a:rPr>
              <a:t>Cognifyz IT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038600"/>
            <a:ext cx="349567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Inter Medium"/>
              </a:rPr>
              <a:t>Internship Mentor &amp; Technical Evaluation Team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5075" y="3848100"/>
            <a:ext cx="1333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3848100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752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Montserrat</vt:lpstr>
      <vt:lpstr>Montserrat ExtraBold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Shehbaz Mustafa</cp:lastModifiedBy>
  <cp:revision>2</cp:revision>
  <dcterms:created xsi:type="dcterms:W3CDTF">2013-01-27T09:14:16Z</dcterms:created>
  <dcterms:modified xsi:type="dcterms:W3CDTF">2026-09-09T19:04:08Z</dcterms:modified>
  <cp:category/>
</cp:coreProperties>
</file>